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9144000" cy="51435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Foundations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A voice change is a tenant change. Identity, domain, and admin role decide whether the later work can exist.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Licensing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The wrong SKU looks like a routing bug. Teams Phone, Calling Plans, Audio Conferencing, resource accounts, and Teams Premium are different purchases.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PowerShell and admin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The portal hides order. The shell shows the object you actually changed, and it is how compliance recording is assigned.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Network and QoS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Teams audio dies in the same queues as file copies unless the path is short and the mark survives.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PSTN connectivity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Every external call uses one of four connectivity options. Mixing them is allowed. Pretending they are the same license is not.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Routing and dial plans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Normalization and routing are two steps. A number that is not E.164 never gets a fair chance at a voice route.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Attendants and queues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The number people publish is often a voice app, not a human. The resource account is the identity of that app.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Emergency, LBR, survivability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Emergency calling is a design gate, not a checkbox after go-live. Location-based routing and branch survivability use the same network map.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Devices and media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Phones, rooms, and media bypass change where RTP flows. Signaling still belongs to Teams.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Session border controllers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Microsoft supports Direct Routing on certified SBCs. AudioCodes, Ribbon, Oracle, and Cisco CUBE are families you will meet. The support path starts with the vendor.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TLS, certificates, SIP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A dial-plan argument is wasted when the certificate name is wrong. OPTIONS tell you the trunk is alive.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Troubleshooting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Call Analytics is one call. CQD is a building. The SBC trace is the ladder. Mixing them up wastes the hour.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Dynamics contact center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Dynamics 365 Contact Center is Microsoft’s CCaaS. Unified routing, channels, and Copilot are the job, and AB-250 is the exam that matches it.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Coexistence and CCaaS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Connect, Extend, and Unify are different media paths. CUCM, Webex, UCCE, Genesys, and Amazon Connect each need a named bridge, not a slogan.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ACS, Speech, Copilot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Call Automation is a server-side call with events. Speech and Copilot Studio can sit in the recognize step. Foundry is where you evaluate a model, not a second phone system.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Certifications and status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MS-700 is still live, with a skills update on Oct 27 2026; it is NOT retired and has no replacement. MB-280 retired Jul 31 2026, with AB-210 as its successor; AB-210 is in beta.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Ecosystem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The call is not finished when it rings. Recording, workforce management, emergency location, analytics, CRM, and agents attach at seams you can name. Confirm before relying.</a:t>
            </a:r>
          </a:p>
          <a:p>
            <a:r>
              <a:rPr lang="en-US" sz="1400"/>
              <a:t>Independent free learning-only project.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Set up Teams Phone — learn — https://learn.microsoft.com/en-us/microsoftteams/setting-up-your-phone-system — last checked 2026-10</a:t>
            </a:r>
          </a:p>
          <a:p>
            <a:r>
              <a:rPr lang="en-US" sz="1400"/>
              <a:t>Use Teams admin roles — learn — https://learn.microsoft.com/en-us/microsoftteams/using-admin-roles — last checked 2026-10</a:t>
            </a:r>
          </a:p>
          <a:p>
            <a:r>
              <a:rPr lang="en-US" sz="1400"/>
              <a:t>Microsoft 365 — wikipedia — https://en.wikipedia.org/wiki/Microsoft_365 — last checked 2026-10</a:t>
            </a:r>
          </a:p>
          <a:p>
            <a:r>
              <a:rPr lang="en-US" sz="1400"/>
              <a:t>Microsoft Teams — wikipedia — https://en.wikipedia.org/wiki/Microsoft_Teams — last checked 2026-10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Microsoft Teams blog index — community — https://techcommunity.microsoft.com/category/microsoftteams/blog/microsoftteamsblog — last checked 2026-10</a:t>
            </a:r>
          </a:p>
          <a:p>
            <a:r>
              <a:rPr lang="en-US" sz="1400"/>
              <a:t>Manage resource accounts — learn — https://learn.microsoft.com/en-us/microsoftteams/aa-cq-manage-resource-accounts — last checked 2026-10</a:t>
            </a:r>
          </a:p>
          <a:p>
            <a:r>
              <a:rPr lang="en-US" sz="1400"/>
              <a:t>Plan Direct Routing — learn — https://learn.microsoft.com/en-us/microsoftteams/direct-routing-plan — last checked 2026-10</a:t>
            </a:r>
          </a:p>
          <a:p>
            <a:r>
              <a:rPr lang="en-US" sz="1400"/>
              <a:t>Security, Compliance, and Identity Fundamentals — learn — https://learn.microsoft.com/en-us/credentials/certifications/security-compliance-and-identity-fundamentals/ — last checked 2026-10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Cloud Voicemail — confirm — last checked 2026-10. Did not open when checked.</a:t>
            </a:r>
          </a:p>
          <a:p>
            <a:r>
              <a:rPr lang="en-US" sz="1400"/>
              <a:t>Set up Cloud Voicemail - Microsoft Teams | Microsoft Learn — learn — https://learn.microsoft.com/en-us/microsoftteams/set-up-phone-system-voicemail — last checked 2026-10</a:t>
            </a:r>
          </a:p>
          <a:p>
            <a:r>
              <a:rPr lang="en-US" sz="1400"/>
              <a:t>Teams Phone licensing — learn — https://learn.microsoft.com/en-us/microsoftteams/teams-phone-licensing — last checked 2026-10</a:t>
            </a:r>
          </a:p>
          <a:p>
            <a:r>
              <a:rPr lang="en-US" sz="1400"/>
              <a:t>Teams add-on licensing — learn — https://learn.microsoft.com/en-us/microsoftteams/teams-add-on-licensing/microsoft-teams-add-on-licensing — last checked 2026-10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Teams Phone Resource Account licenses — learn — https://learn.microsoft.com/en-us/microsoftteams/teams-add-on-licensing/virtual-user — last checked 2026-10</a:t>
            </a:r>
          </a:p>
          <a:p>
            <a:r>
              <a:rPr lang="en-US" sz="1400"/>
              <a:t>Calling Plans — learn — https://learn.microsoft.com/en-us/microsoftteams/calling-plans-for-office-365 — last checked 2026-10</a:t>
            </a:r>
          </a:p>
          <a:p>
            <a:r>
              <a:rPr lang="en-US" sz="1400"/>
              <a:t>PSTN connectivity options — learn — https://learn.microsoft.com/en-us/microsoftteams/pstn-connectivity — last checked 2026-10</a:t>
            </a:r>
          </a:p>
          <a:p>
            <a:r>
              <a:rPr lang="en-US" sz="1400"/>
              <a:t>Voice app prerequisites and licensing — learn — https://learn.microsoft.com/en-us/microsoftteams/aa-cq-reference-prerequisites-licensing — last checked 2026-10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PowerShell — wikipedia — https://en.wikipedia.org/wiki/PowerShell — last checked 2026-10</a:t>
            </a:r>
          </a:p>
          <a:p>
            <a:r>
              <a:rPr lang="en-US" sz="1400"/>
              <a:t>Manage voice routing policies — learn — https://learn.microsoft.com/en-us/microsoftteams/manage-voice-routing-policies — last checked 2026-10</a:t>
            </a:r>
          </a:p>
          <a:p>
            <a:r>
              <a:rPr lang="en-US" sz="1400"/>
              <a:t>New-CsTeamsComplianceRecordingPolicy — learn — https://learn.microsoft.com/en-us/powershell/module/teams/new-csteamscompliancerecordingpolicy?view=teams-ps — last checked 2026-10</a:t>
            </a:r>
          </a:p>
          <a:p>
            <a:r>
              <a:rPr lang="en-US" sz="1400"/>
              <a:t>Create and manage dial plans — learn — https://learn.microsoft.com/en-us/microsoftteams/create-and-manage-dial-plans — last checked 2026-10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QoS in Microsoft Teams — learn — https://learn.microsoft.com/en-us/microsoftteams/qos-in-teams — last checked 2026-10</a:t>
            </a:r>
          </a:p>
          <a:p>
            <a:r>
              <a:rPr lang="en-US" sz="1400"/>
              <a:t>RFC 3550 — rfc — https://www.rfc-editor.org/rfc/rfc3550 — last checked 2026-10</a:t>
            </a:r>
          </a:p>
          <a:p>
            <a:r>
              <a:rPr lang="en-US" sz="1400"/>
              <a:t>Quality of service — wikipedia — https://en.wikipedia.org/wiki/Quality_of_service — last checked 2026-10</a:t>
            </a:r>
          </a:p>
          <a:p>
            <a:r>
              <a:rPr lang="en-US" sz="1400"/>
              <a:t>Prepare the network for Teams — learn — https://learn.microsoft.com/en-us/microsoftteams/prepare-network — last checked 2026-10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Emergency locations, addresses, and routing — learn — https://learn.microsoft.com/en-us/microsoftteams/what-are-emergency-locations-addresses-and-call-routing — last checked 2026-10</a:t>
            </a:r>
          </a:p>
          <a:p>
            <a:r>
              <a:rPr lang="en-US" sz="1400"/>
              <a:t>RFC 3261 — rfc — https://www.rfc-editor.org/rfc/rfc3261 — last checked 2026-10</a:t>
            </a:r>
          </a:p>
          <a:p>
            <a:r>
              <a:rPr lang="en-US" sz="1400"/>
              <a:t>Public switched telephone network — wikipedia — https://en.wikipedia.org/wiki/Public_switched_telephone_network — last checked 2026-10</a:t>
            </a:r>
          </a:p>
          <a:p>
            <a:r>
              <a:rPr lang="en-US" sz="1400"/>
              <a:t>Session Initiation Protocol — wikipedia — https://en.wikipedia.org/wiki/Session_Initiation_Protocol — last checked 2026-10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Certified SBCs for Direct Routing — learn — https://learn.microsoft.com/en-us/microsoftteams/direct-routing-border-controllers — last checked 2026-10</a:t>
            </a:r>
          </a:p>
          <a:p>
            <a:r>
              <a:rPr lang="en-US" sz="1400"/>
              <a:t>Plan Teams Phone Mobile — confirm — last checked 2026-10. Did not open when checked.</a:t>
            </a:r>
          </a:p>
          <a:p>
            <a:r>
              <a:rPr lang="en-US" sz="1400"/>
              <a:t>Plan for Teams Phone Mobile - Microsoft Teams | Microsoft Learn — learn — https://learn.microsoft.com/en-us/microsoftteams/operator-connect-mobile-plan — last checked 2026-10</a:t>
            </a:r>
          </a:p>
          <a:p>
            <a:r>
              <a:rPr lang="en-US" sz="1400"/>
              <a:t>Plan Operator Connect — learn — https://learn.microsoft.com/en-us/microsoftteams/operator-connect-plan — last checked 2026-10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RFC 3966 — rfc — https://www.rfc-editor.org/rfc/rfc3966 — last checked 2026-10</a:t>
            </a:r>
          </a:p>
          <a:p>
            <a:r>
              <a:rPr lang="en-US" sz="1400"/>
              <a:t>E.164 — wikipedia — https://en.wikipedia.org/wiki/E.164 — last checked 2026-10</a:t>
            </a:r>
          </a:p>
          <a:p>
            <a:r>
              <a:rPr lang="en-US" sz="1400"/>
              <a:t>Set up an auto attendant — learn — https://learn.microsoft.com/en-us/microsoftteams/create-a-phone-system-auto-attendant — last checked 2026-10</a:t>
            </a:r>
          </a:p>
          <a:p>
            <a:r>
              <a:rPr lang="en-US" sz="1400"/>
              <a:t>Automatic call distributor — wikipedia — https://en.wikipedia.org/wiki/Automatic_call_distributor — last checked 2026-10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Interactive voice response — wikipedia — https://en.wikipedia.org/wiki/Interactive_voice_response — last checked 2026-10</a:t>
            </a:r>
          </a:p>
          <a:p>
            <a:r>
              <a:rPr lang="en-US" sz="1400"/>
              <a:t>Set up a call queue — learn — https://learn.microsoft.com/en-us/microsoftteams/create-a-phone-system-call-queue — last checked 2026-10</a:t>
            </a:r>
          </a:p>
          <a:p>
            <a:r>
              <a:rPr lang="en-US" sz="1400"/>
              <a:t>Emergency telephone number — wikipedia — https://en.wikipedia.org/wiki/Emergency_telephone_number — last checked 2026-10</a:t>
            </a:r>
          </a:p>
          <a:p>
            <a:r>
              <a:rPr lang="en-US" sz="1400"/>
              <a:t>Location-based routing — learn — https://learn.microsoft.com/en-us/microsoftteams/location-based-routing-plan — last checked 2026-10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Survivable Branch Appliance — learn — https://learn.microsoft.com/en-us/microsoftteams/direct-routing-survivable-branch-appliance — last checked 2026-10</a:t>
            </a:r>
          </a:p>
          <a:p>
            <a:r>
              <a:rPr lang="en-US" sz="1400"/>
              <a:t>SIP Gateway — learn — https://learn.microsoft.com/en-us/microsoftteams/sip-gateway-plan — last checked 2026-10</a:t>
            </a:r>
          </a:p>
          <a:p>
            <a:r>
              <a:rPr lang="en-US" sz="1400"/>
              <a:t>RFC 3711 — rfc — https://www.rfc-editor.org/rfc/rfc3711 — last checked 2026-10</a:t>
            </a:r>
          </a:p>
          <a:p>
            <a:r>
              <a:rPr lang="en-US" sz="1400"/>
              <a:t>AudioCodes session border controllers — confirm — last checked 2026-10. Did not open when checked.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Session Border Controllers (SBCs) | | AudioCodes — vendor — https://www.audiocodes.com/products/session-border-controllers-sbcs — last checked 2026-10</a:t>
            </a:r>
          </a:p>
          <a:p>
            <a:r>
              <a:rPr lang="en-US" sz="1400"/>
              <a:t>Session border controller — wikipedia — https://en.wikipedia.org/wiki/Session_border_controller — last checked 2026-10</a:t>
            </a:r>
          </a:p>
          <a:p>
            <a:r>
              <a:rPr lang="en-US" sz="1400"/>
              <a:t>Cisco Unified Border Element — confirm — last checked 2026-10. Did not open when checked.</a:t>
            </a:r>
          </a:p>
          <a:p>
            <a:r>
              <a:rPr lang="en-US" sz="1400"/>
              <a:t>Oracle Session Border Controller — confirm — last checked 2026-10. Did not open when checked.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Session Border Controller Documentation - Home — docs — https://docs.oracle.com/en/industries/communications/session-border-controller/index.html — last checked 2026-10</a:t>
            </a:r>
          </a:p>
          <a:p>
            <a:r>
              <a:rPr lang="en-US" sz="1400"/>
              <a:t>Ribbon Communications — vendor — https://ribboncommunications.com/ — last checked 2026-10</a:t>
            </a:r>
          </a:p>
          <a:p>
            <a:r>
              <a:rPr lang="en-US" sz="1400"/>
              <a:t>RFC 8446 — rfc — https://www.rfc-editor.org/rfc/rfc8446 — last checked 2026-10</a:t>
            </a:r>
          </a:p>
          <a:p>
            <a:r>
              <a:rPr lang="en-US" sz="1400"/>
              <a:t>RFC 4566 — rfc — https://www.rfc-editor.org/rfc/rfc4566 — last checked 2026-10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Transport Layer Security — wikipedia — https://en.wikipedia.org/wiki/Transport_Layer_Security — last checked 2026-10</a:t>
            </a:r>
          </a:p>
          <a:p>
            <a:r>
              <a:rPr lang="en-US" sz="1400"/>
              <a:t>Use Call Analytics — learn — https://learn.microsoft.com/en-us/microsoftteams/use-call-analytics-to-troubleshoot-poor-call-quality — last checked 2026-10</a:t>
            </a:r>
          </a:p>
          <a:p>
            <a:r>
              <a:rPr lang="en-US" sz="1400"/>
              <a:t>What is Call Quality Dashboard — learn — https://learn.microsoft.com/en-us/microsoftteams/cqd-what-is-call-quality-dashboard — last checked 2026-10</a:t>
            </a:r>
          </a:p>
          <a:p>
            <a:r>
              <a:rPr lang="en-US" sz="1400"/>
              <a:t>Study guide AB-250 — learn — https://learn.microsoft.com/en-us/credentials/certifications/resources/study-guides/ab-250 — last checked 2026-10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Dynamics 365 Contact Center — learn — https://learn.microsoft.com/en-us/dynamics365/contact-center/ — last checked 2026-10</a:t>
            </a:r>
          </a:p>
          <a:p>
            <a:r>
              <a:rPr lang="en-US" sz="1400"/>
              <a:t>Call centre — wikipedia — https://en.wikipedia.org/wiki/Call_centre — last checked 2026-10</a:t>
            </a:r>
          </a:p>
          <a:p>
            <a:r>
              <a:rPr lang="en-US" sz="1400"/>
              <a:t>Dynamics 365 Contact Center AI Engineer Associate — learn — https://learn.microsoft.com/en-us/credentials/certifications/d365-contact-center-ai-engineer-associate/ — last checked 2026-10</a:t>
            </a:r>
          </a:p>
          <a:p>
            <a:r>
              <a:rPr lang="en-US" sz="1400"/>
              <a:t>AB-250 certification announcement — community — https://techcommunity.microsoft.com/blog/skills-hub-blog/new-microsoft-certified-dynamics-365-contact-center-ai-engineer-associate-certif/4494119 — last checked 2026-10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Azure Communication Services Call Automation — learn — https://learn.microsoft.com/en-us/azure/communication-services/concepts/call-automation/call-automation — last checked 2026-10</a:t>
            </a:r>
          </a:p>
          <a:p>
            <a:r>
              <a:rPr lang="en-US" sz="1400"/>
              <a:t>Teams Phone extensibility — learn — https://learn.microsoft.com/en-us/azure/communication-services/concepts/interop/tpe/teams-phone-extensibility-overview — last checked 2026-10</a:t>
            </a:r>
          </a:p>
          <a:p>
            <a:r>
              <a:rPr lang="en-US" sz="1400"/>
              <a:t>Teams Phone extensibility announcement — community — https://techcommunity.microsoft.com/blog/microsoftteamsblog/streamline-your-contact-center-telephony-with-teams-phone-extensibility/4450515 — last checked 2026-10</a:t>
            </a:r>
          </a:p>
          <a:p>
            <a:r>
              <a:rPr lang="en-US" sz="1400"/>
              <a:t>Retired certification exams — learn — https://learn.microsoft.com/en-us/credentials/support/retired-certification-exams — last checked 2026-10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Teams contact center integration models — learn — https://learn.microsoft.com/en-us/microsoftteams/teams-contact-center — last checked 2026-10</a:t>
            </a:r>
          </a:p>
          <a:p>
            <a:r>
              <a:rPr lang="en-US" sz="1400"/>
              <a:t>Copilot Studio overview — learn — https://learn.microsoft.com/en-us/microsoft-copilot-studio/fundamentals-what-is-copilot-studio — last checked 2026-10</a:t>
            </a:r>
          </a:p>
          <a:p>
            <a:r>
              <a:rPr lang="en-US" sz="1400"/>
              <a:t>Azure AI Foundry documentation — learn — https://learn.microsoft.com/en-us/azure/ai-foundry/ — last checked 2026-10</a:t>
            </a:r>
          </a:p>
          <a:p>
            <a:r>
              <a:rPr lang="en-US" sz="1400"/>
              <a:t>Azure AI Speech overview — learn — https://learn.microsoft.com/en-us/azure/ai-services/speech-service/overview — last checked 2026-10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Study guide MS-700 — learn — https://learn.microsoft.com/en-us/credentials/certifications/resources/study-guides/ms-700 — last checked 2026-10</a:t>
            </a:r>
          </a:p>
          <a:p>
            <a:r>
              <a:rPr lang="en-US" sz="1400"/>
              <a:t>Partner Center July 2026 announcements — learn — https://learn.microsoft.com/en-us/partner-center/announcements/2026-july — last checked 2026-10</a:t>
            </a:r>
          </a:p>
          <a:p>
            <a:r>
              <a:rPr lang="en-US" sz="1400"/>
              <a:t>Azure Fundamentals — learn — https://learn.microsoft.com/en-us/credentials/certifications/azure-fundamentals/ — last checked 2026-10</a:t>
            </a:r>
          </a:p>
          <a:p>
            <a:r>
              <a:rPr lang="en-US" sz="1400"/>
              <a:t>Study guide MB-280 — learn — https://learn.microsoft.com/en-us/credentials/certifications/resources/study-guides/mb-280 — last checked 2026-10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40000"/>
            <a:ext cx="8400000" cy="700000"/>
          </a:xfrm>
        </p:spPr>
        <p:txBody>
          <a:bodyPr/>
          <a:lstStyle/>
          <a:p>
            <a:r>
              <a:rPr lang="en-US" sz="2800"/>
              <a:t>Sources and go deeper</a:t>
            </a:r>
          </a:p>
        </p:txBody>
      </p:sp>
      <p:sp>
        <p:nvSpPr>
          <p:cNvPr id="3" name="Body"/>
          <p:cNvSpPr/>
          <p:nvPr/>
        </p:nvSpPr>
        <p:spPr>
          <a:xfrm>
            <a:off x="400000" y="1000000"/>
            <a:ext cx="8400000" cy="3800000"/>
          </a:xfrm>
        </p:spPr>
        <p:txBody>
          <a:bodyPr/>
          <a:lstStyle/>
          <a:p>
            <a:r>
              <a:rPr lang="en-US" sz="1400"/>
              <a:t>Teams Administrator Associate — learn — https://learn.microsoft.com/en-us/credentials/certifications/m365-teams-administrator-associate/ — last checked 2026-10</a:t>
            </a:r>
          </a:p>
          <a:p>
            <a:r>
              <a:rPr lang="en-US" sz="1400"/>
              <a:t>Introduction to Teams recording — learn — https://learn.microsoft.com/en-us/microsoftteams/teams-recording-policy — last checked 2026-10</a:t>
            </a:r>
          </a:p>
          <a:p>
            <a:r>
              <a:rPr lang="en-US" sz="1400"/>
              <a:t>Set up compliance recording — learn — https://learn.microsoft.com/en-us/microsoftteams/teams-compliance-recording-setup — last checked 2026-10</a:t>
            </a:r>
          </a:p>
        </p:txBody>
      </p:sp>
    </p:spTree>
  </p:cSld>
  <p:clrMapOvr>
    <a:masterClrMapping/>
  </p:clrMapOvr>
</p:sld>
</file>